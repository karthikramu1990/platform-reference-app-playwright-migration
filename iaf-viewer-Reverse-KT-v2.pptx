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B5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0F4C6B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56616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883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iaf-viewer Test Automation Framework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Knowledge Transfer — Release 5.2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580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understood the framework, where I reused it as-is, and what I extended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Ramu   ·   QA Automation   ·  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things, in order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73626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453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63040" y="19110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 — config, fixtures, helpers, locators, specs.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566928" cy="566928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9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2668951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478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methods I rely 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63040" y="28437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functions I use as-is, unchanged, in every new test.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4655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_pl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60163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4107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added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463040" y="37764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helper functions and locators, built to match the existing conventions.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398264"/>
            <a:ext cx="566928" cy="566928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17" name="Image 3" descr="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534327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file I authored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463040" y="4709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5.2TestingScenarios.spec.js — one test per release ticket, documented for the next person.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3309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icon_p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467015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it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463040" y="56418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environments, and where the results end up.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top to bottom: configuration in, verified behavior out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Config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playwright.config.js — projects, snapshot paths, reporters, timeouts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2293620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85644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0F4C6B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95372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Test Fixture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95372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baseTest.js — a custom page fixture every spec imports instead of Playwright's default test object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4139184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1208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40936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40936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 — target env, credentials, per-scenario accounts, timeouts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5984748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6772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0F4C6B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6500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86500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feature area — the reusable actions tests are built from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830312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22336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2064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32064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dictionary of every selector — one source of truth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9675876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867900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0F4C6B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77628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977628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 that compose helpers + locators into scenarios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640080" y="46177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test walks this same pipeline — nothing about a ticket changes the shape of the framework.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lives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tests/iaf-viewer/ — the folder structure I work inside every 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B3B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playwright.config.js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baseTest.js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5.2TestingScenarios.spec.js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annotations.spec.js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gis.spec.js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modelComposer.spec.js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modelCuttingPlane.spec.js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modelSelection.spec.js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viewerToolbar.spec.js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helpers/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locators.js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gisHelpers.js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annotationHelpers.js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modelComposerHelpers.js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viewerHelpers.js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workflow2DHelpers.js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  ·  files/  ·  snapshots/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303520" cy="859536"/>
          </a:xfrm>
          <a:prstGeom prst="roundRect">
            <a:avLst>
              <a:gd name="adj" fmla="val 6383"/>
            </a:avLst>
          </a:prstGeom>
          <a:solidFill>
            <a:srgbClr val="F3F7FA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8105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feature area, plus one release-scenario file per ticket batch (5.2TestingScenarios.spec.js).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761488"/>
            <a:ext cx="5303520" cy="859536"/>
          </a:xfrm>
          <a:prstGeom prst="roundRect">
            <a:avLst>
              <a:gd name="adj" fmla="val 6383"/>
            </a:avLst>
          </a:prstGeom>
          <a:solidFill>
            <a:srgbClr val="EAF1F6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834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3127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feature — appHelpers is the shared core; the rest are feature-specific.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785616"/>
            <a:ext cx="5303520" cy="859536"/>
          </a:xfrm>
          <a:prstGeom prst="roundRect">
            <a:avLst>
              <a:gd name="adj" fmla="val 6383"/>
            </a:avLst>
          </a:prstGeom>
          <a:solidFill>
            <a:srgbClr val="F3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8587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4151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selector in the suite lives in this one file — nowhere else.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4809744"/>
            <a:ext cx="5303520" cy="859536"/>
          </a:xfrm>
          <a:prstGeom prst="roundRect">
            <a:avLst>
              <a:gd name="adj" fmla="val 6383"/>
            </a:avLst>
          </a:prstGeom>
          <a:solidFill>
            <a:srgbClr val="EA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882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files / snapshots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5175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data, upload fixtures, and visual-regression baselines, kept out of the specs.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mechanics I rely 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decisions that make every test behave consistently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7056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1109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 test fixture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baseTest.js wraps Playwright's base test with a shared page fixture — every spec imports test from here, not from @playwright/test directly.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77356" y="169164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3388" y="194767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_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283" y="207056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0044" y="191109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environment, many targets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51676" y="256032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IAFVIEWER_ENVIRONMENT switches the target environment — the same test file runs anywhere without edits.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422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_tool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426512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410565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Locator dictionary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" y="475488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selector in the suite is declared once in locators.js — specs and helpers reference it, never a raw selector.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77356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3388" y="41422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_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283" y="426512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0044" y="410565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organized per spec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51676" y="475488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playwright.config.js's snapshotPathTemplate keeps each spec file's visual baselines in their own folder.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methods I use as-is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functions — I don't touch these, I just call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7393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836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4650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 /  setupAndClickModel()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74650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picks the project + user group, waits for Navigator to load.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55117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1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6090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2374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waitForApplicationLoad()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035040" y="252374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out the model spinner before any interaction — avoids flaky early clicks.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43814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0098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openPanel()  /  getPanels()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035040" y="330098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Model Composer or Annotations and waits for its 'ready' state.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0565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1538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7822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verifyViewerScreenshot()  /  verifyGISScreenshot()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035040" y="407822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checks against the stored snapshot baseline.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640080" y="480060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88289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6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99262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85546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switchModel()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035040" y="485546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active federated model and waits out every spinner.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40080" y="557784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777240" y="566013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1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76986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63270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toggleLayers()  /  setAccuracy()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035040" y="563270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Model Composition discipline toggles and accuracy slider.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added: new reusable methods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match the existing style — not a parallel pattern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icon_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1878543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190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setupWithAccount() — generalized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06440" y="1719072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userGroup support, so one login helper now covers every account/project combination, not just the suite default.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40080" y="2542032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65176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icon_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277465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261518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captureConsoleErrors()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06440" y="2615184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console + page-error listeners for tickets that assert "no console errors on load."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438144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3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547872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icon_pl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5" y="367076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351129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measureElapsed()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806440" y="3511296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helper for performance-flavored tickets — wraps any action and returns elapsed milliseconds.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4334256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443984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icon_pl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5" y="456687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440740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workflow2DHelpers.js — new module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806440" y="4407408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new functions covering the Workflow / 2D Animation screen end-to-end: navigate, select workflow, go live / stop live, read the simulated clock, assert the Action Log, assert the canvas is animating.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640080" y="5230368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3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340096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icon_pl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5462991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1328" y="53035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new Locator entries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806440" y="5303520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nav link, Go Live / Stop Live buttons, Action Log, simulated clock, and the workflow dropdown — added to the same central dictionary, not a separate file.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 file I authored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5.2TestingScenarios.spec.js — one file per release, one test per ticket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0B3B5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01952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04679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convention, not just a test file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21284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comment lays out the checklist for whoever adds the next ticket: check helpers/*.js for a reusable function → check locators.js before writing a new selector → only add something new if nothing reusable already covers it, following the same style as the existing code.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5271516" cy="26517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66674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6667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PLG-1471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6112" y="4178808"/>
            <a:ext cx="4759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regression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96112" y="4562856"/>
            <a:ext cx="47594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large federated BIAL T2 model and measures load time.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6112" y="5257800"/>
            <a:ext cx="47594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switchModel()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measureElapsed()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verifyViewerScreenshot()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77356" y="3429000"/>
            <a:ext cx="5271516" cy="2651760"/>
          </a:xfrm>
          <a:prstGeom prst="roundRect">
            <a:avLst>
              <a:gd name="adj" fmla="val 2759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3388" y="366674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7" name="Text 14"/>
          <p:cNvSpPr/>
          <p:nvPr/>
        </p:nvSpPr>
        <p:spPr>
          <a:xfrm>
            <a:off x="6533388" y="36667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PLG-1417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33388" y="4178808"/>
            <a:ext cx="4759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workflow test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533388" y="4562856"/>
            <a:ext cx="47594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on a 2D animation workflow and proves it's actually animating.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3388" y="5257800"/>
            <a:ext cx="47594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new workflow2DHelpers.js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9 new Locator entries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setupWithAccount()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approach a new ticket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steps, every time — reuse first, extend deliberately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10335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0335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F3F7FA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ticket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scenario and which screen/feature it touches.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5806" y="2029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56102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6102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85846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EA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3013862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helpers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13862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appHelpers.js and the feature helper files for something that already does this.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1573" y="2029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01868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1868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131613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F3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5259629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locators.js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9629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an existing selector before writing a new one.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57339" y="2029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7634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7634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77379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EAF1F6"/>
          </a:solidFill>
          <a:ln/>
        </p:spPr>
      </p:sp>
      <p:sp>
        <p:nvSpPr>
          <p:cNvPr id="25" name="Text 23"/>
          <p:cNvSpPr/>
          <p:nvPr/>
        </p:nvSpPr>
        <p:spPr>
          <a:xfrm>
            <a:off x="7505395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if it exists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05395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the test from existing helpers + locators — no new code needed.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03106" y="2029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293401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93401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23146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F3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9751162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if it doesn't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51162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new helper or locator, in the same file, following the same style.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the suite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scripts — nothing is hardcoded, everything is environment-driven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739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836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4650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endtoend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60720" y="1746504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suite, chromium only, 3 parallel workers, default (local) environment.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5511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_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6090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2374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codegen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760720" y="2523744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Playwright's codegen recorder against the local app to help find new selectors.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_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43814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0098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endtoend:report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760720" y="3300984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last HTML report — traces, screenshots, and step-by-step timelines.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" y="413308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environment + credentials come from IAFVIEWER_ENVIRONMENT and .env — never hardcoded in a spec.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CI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run after it finishes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12064" cy="512064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6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7056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1109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debugging — traces, screenshots, and a step-by-step timeline for every failure.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77356" y="169164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3388" y="1947672"/>
            <a:ext cx="512064" cy="512064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11" name="Image 1" descr="icon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283" y="207056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0044" y="191109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 output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51676" y="256032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Xray/Jira QA metrics pipeline — the same convention used across both suites.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42232"/>
            <a:ext cx="512064" cy="512064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16" name="Image 2" descr="icon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426512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410565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 first retry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" y="475488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playwright.config.js so a flaky failure is never a black box.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77356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3388" y="4142232"/>
            <a:ext cx="512064" cy="512064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21" name="Image 3" descr="icon_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283" y="426512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0044" y="410565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convention, two suites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51676" y="475488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App and iaf-viewer both report through this pipeline, so results roll up consistently.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5120640" cy="5120640"/>
          </a:xfrm>
          <a:prstGeom prst="ellipse">
            <a:avLst/>
          </a:prstGeom>
          <a:solidFill>
            <a:srgbClr val="0F4C6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837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91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10241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architecture end-to-end — config, fixture, helpers, locators, specs.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what already existed: setup(), waitForApplicationLoad(), verifyViewerScreenshot(), switchModel(), and more, unchanged.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it deliberately: generalized setupWithAccount(), added measureElapsed() and captureConsoleErrors(), and built workflow2DHelpers.js for the Workflow/2D Animation screen.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the convention in 5.2TestingScenarios.spec.js so the next ticket follows the same path.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Ramu   ·   karthik.r@invicara.com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2026-08-05T13:43:25Z</dcterms:created>
  <dcterms:modified xsi:type="dcterms:W3CDTF">2026-08-05T13:43:25Z</dcterms:modified>
</cp:coreProperties>
</file>