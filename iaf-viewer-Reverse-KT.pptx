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B57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0F4C6B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356616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58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8833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3317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iaf-viewer Test Automation Framework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8580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Knowledge Transfer — Release 5.2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85800" y="3886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understood the framework, where I reused it as-is, and what I extended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Ramu   ·   QA Automation   ·   August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things, in order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_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173626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4533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463040" y="19110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 together — config, fixtures, helpers, locators, specs.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532888"/>
            <a:ext cx="566928" cy="566928"/>
          </a:xfrm>
          <a:prstGeom prst="ellipse">
            <a:avLst/>
          </a:prstGeom>
          <a:solidFill>
            <a:srgbClr val="0F4C6B"/>
          </a:solidFill>
          <a:ln/>
        </p:spPr>
      </p:sp>
      <p:pic>
        <p:nvPicPr>
          <p:cNvPr id="9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2668951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4780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methods I rely on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463040" y="28437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framework functions I use as-is, unchanged, in every new test.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46557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_pl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3601639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4107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added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463040" y="37764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helper functions and locators, built to match the existing conventions.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398264"/>
            <a:ext cx="566928" cy="566928"/>
          </a:xfrm>
          <a:prstGeom prst="ellipse">
            <a:avLst/>
          </a:prstGeom>
          <a:solidFill>
            <a:srgbClr val="0F4C6B"/>
          </a:solidFill>
          <a:ln/>
        </p:spPr>
      </p:sp>
      <p:pic>
        <p:nvPicPr>
          <p:cNvPr id="17" name="Image 3" descr="icon_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4534327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343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file I authored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463040" y="47091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5.2TestingScenarios.spec.js — one test per release ticket, documented for the next person.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53309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icon_pl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5467015"/>
            <a:ext cx="294803" cy="29480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5276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it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1463040" y="56418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Commands, environments, and where the results end up.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top to bottom: configuration in, verified behavior out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680972" cy="2331720"/>
          </a:xfrm>
          <a:prstGeom prst="roundRect">
            <a:avLst>
              <a:gd name="adj" fmla="val 435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F243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112264"/>
            <a:ext cx="1461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Config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14615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playwright.config.js — GPU flags, DPR, projects, snapshot paths, reporters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2293620" y="2967228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85644" y="1965960"/>
            <a:ext cx="1680972" cy="2331720"/>
          </a:xfrm>
          <a:prstGeom prst="roundRect">
            <a:avLst>
              <a:gd name="adj" fmla="val 4352"/>
            </a:avLst>
          </a:prstGeom>
          <a:solidFill>
            <a:srgbClr val="0F4C6B"/>
          </a:solidFill>
          <a:ln/>
          <a:effectLst>
            <a:outerShdw sx="100000" sy="100000" kx="0" ky="0" algn="bl" rotWithShape="0" blurRad="76200" dist="25400" dir="5400000">
              <a:srgbClr val="1F243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95372" y="2112264"/>
            <a:ext cx="1461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Test Fixture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95372" y="2788920"/>
            <a:ext cx="14615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baseTest.js — forces DPR=2 via CDP so WebGL renders consistently every run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4139184" y="2967228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31208" y="1965960"/>
            <a:ext cx="1680972" cy="2331720"/>
          </a:xfrm>
          <a:prstGeom prst="roundRect">
            <a:avLst>
              <a:gd name="adj" fmla="val 435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F243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40936" y="2112264"/>
            <a:ext cx="1461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40936" y="2788920"/>
            <a:ext cx="14615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config.js — target env, credentials, per-scenario accounts, timeouts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5984748" y="2967228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6772" y="1965960"/>
            <a:ext cx="1680972" cy="2331720"/>
          </a:xfrm>
          <a:prstGeom prst="roundRect">
            <a:avLst>
              <a:gd name="adj" fmla="val 4352"/>
            </a:avLst>
          </a:prstGeom>
          <a:solidFill>
            <a:srgbClr val="0F4C6B"/>
          </a:solidFill>
          <a:ln/>
          <a:effectLst>
            <a:outerShdw sx="100000" sy="100000" kx="0" ky="0" algn="bl" rotWithShape="0" blurRad="76200" dist="25400" dir="5400000">
              <a:srgbClr val="1F243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86500" y="2112264"/>
            <a:ext cx="1461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86500" y="2788920"/>
            <a:ext cx="14615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 per feature area — the reusable actions tests are built from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7830312" y="2967228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22336" y="1965960"/>
            <a:ext cx="1680972" cy="2331720"/>
          </a:xfrm>
          <a:prstGeom prst="roundRect">
            <a:avLst>
              <a:gd name="adj" fmla="val 435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1F243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2064" y="2112264"/>
            <a:ext cx="1461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132064" y="2788920"/>
            <a:ext cx="14615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dictionary of every selector — one source of truth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9675876" y="2967228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867900" y="1965960"/>
            <a:ext cx="1680972" cy="2331720"/>
          </a:xfrm>
          <a:prstGeom prst="roundRect">
            <a:avLst>
              <a:gd name="adj" fmla="val 4352"/>
            </a:avLst>
          </a:prstGeom>
          <a:solidFill>
            <a:srgbClr val="0F4C6B"/>
          </a:solidFill>
          <a:ln/>
          <a:effectLst>
            <a:outerShdw sx="100000" sy="100000" kx="0" ky="0" algn="bl" rotWithShape="0" blurRad="76200" dist="25400" dir="5400000">
              <a:srgbClr val="1F243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77628" y="2112264"/>
            <a:ext cx="14615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977628" y="2788920"/>
            <a:ext cx="14615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files that compose helpers + locators into scenarios</a:t>
            </a:r>
            <a:endParaRPr lang="en-US" sz="970" dirty="0"/>
          </a:p>
        </p:txBody>
      </p:sp>
      <p:sp>
        <p:nvSpPr>
          <p:cNvPr id="27" name="Text 25"/>
          <p:cNvSpPr/>
          <p:nvPr/>
        </p:nvSpPr>
        <p:spPr>
          <a:xfrm>
            <a:off x="640080" y="46177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test walks this same pipeline — nothing about a ticket changes the shape of the framework.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lives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tests/iaf-viewer/ — the folder structure I work inside every day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0B3B5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playwright.config.js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baseTest.js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5.2TestingScenarios.spec.js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annotations.spec.js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gis.spec.js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modelComposer.spec.js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modelCuttingPlane.spec.js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modelSelection.spec.js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viewerToolbar.spec.js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helpers/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appHelpers.js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locators.js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modelHelpers.js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gisHelpers.js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annotationHelpers.js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modelComposerHelpers.js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viewerHelpers.js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workflow2DHelpers.js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data/  ·  files/  ·  snapshots/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63640" y="1737360"/>
            <a:ext cx="5303520" cy="859536"/>
          </a:xfrm>
          <a:prstGeom prst="roundRect">
            <a:avLst>
              <a:gd name="adj" fmla="val 6383"/>
            </a:avLst>
          </a:prstGeom>
          <a:solidFill>
            <a:srgbClr val="F3F7FA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8105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feature area, plus one release-scenario file per ticket batch (5.2TestingScenarios.spec.js).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761488"/>
            <a:ext cx="5303520" cy="859536"/>
          </a:xfrm>
          <a:prstGeom prst="roundRect">
            <a:avLst>
              <a:gd name="adj" fmla="val 6383"/>
            </a:avLst>
          </a:prstGeom>
          <a:solidFill>
            <a:srgbClr val="EAF1F6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8346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46520" y="3127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 per feature — appHelpers is the shared core; the rest are feature-specific.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3785616"/>
            <a:ext cx="5303520" cy="859536"/>
          </a:xfrm>
          <a:prstGeom prst="roundRect">
            <a:avLst>
              <a:gd name="adj" fmla="val 6383"/>
            </a:avLst>
          </a:prstGeom>
          <a:solidFill>
            <a:srgbClr val="F3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38587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41513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selector in the suite lives in this one file — nowhere else.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4809744"/>
            <a:ext cx="5303520" cy="859536"/>
          </a:xfrm>
          <a:prstGeom prst="roundRect">
            <a:avLst>
              <a:gd name="adj" fmla="val 6383"/>
            </a:avLst>
          </a:prstGeom>
          <a:solidFill>
            <a:srgbClr val="EAF1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48828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files / snapshots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6520" y="51755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data, upload fixtures, and visual-regression baselines, kept out of the specs.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mechanics I rely 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decisions that make every test behave consistently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3F7FA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207056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91109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 = 2, GPU forced 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47228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baseTest.js overrides device pixel ratio via a CDP session, so WebGL/canvas renders identically on every machine and in CI — screenshots stay comparable.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277356" y="169164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3F7FA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3388" y="194767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_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283" y="2070567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10044" y="191109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environment, many targets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51676" y="2560320"/>
            <a:ext cx="47228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IAFVIEWER_ENVIRONMENT switches qa1 / qa2 / qa3 / staging / local — the same test file runs anywhere without edits.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14223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_tool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07" y="4265127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410565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Locator dictionary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14400" y="4754880"/>
            <a:ext cx="47228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selector in the suite is declared once in locators.js — specs and helpers reference it, never a raw selector.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277356" y="388620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3388" y="414223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_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283" y="4265127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10044" y="410565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organized per spec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51676" y="4754880"/>
            <a:ext cx="47228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playwright.config.js's snapshotPathTemplate keeps each spec file's visual baselines in their own folder.</a:t>
            </a:r>
            <a:endParaRPr lang="en-US" sz="113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methods I use as-is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framework functions — I don't touch these, I just call them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3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73936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6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8366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4650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  /  setupAndClickModel()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746504"/>
            <a:ext cx="5513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in, picks the project + user group, waits for Navigator to load.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40080" y="246888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551176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1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66090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2374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waitForApplicationLoad()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035040" y="2523744"/>
            <a:ext cx="5513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out the model spinner before any interaction — avoids flaky early clicks.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640080" y="324612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3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6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43814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30098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openPanel()  /  getPanels()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035040" y="3300984"/>
            <a:ext cx="5513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Model Composer or Annotations and waits for its 'ready' state.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105656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1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21538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07822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verifyViewerScreenshot()  /  verifyGISScreenshot()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035040" y="4078224"/>
            <a:ext cx="5513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 checks against the stored snapshot baseline.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640080" y="480060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3F7FA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4882896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6" name="Image 4" descr="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99262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85546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switchModel()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035040" y="4855464"/>
            <a:ext cx="5513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the active federated model and waits out every spinner.</a:t>
            </a:r>
            <a:endParaRPr lang="en-US" sz="1130" dirty="0"/>
          </a:p>
        </p:txBody>
      </p:sp>
      <p:sp>
        <p:nvSpPr>
          <p:cNvPr id="29" name="Shape 22"/>
          <p:cNvSpPr/>
          <p:nvPr/>
        </p:nvSpPr>
        <p:spPr>
          <a:xfrm>
            <a:off x="640080" y="557784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30" name="Shape 23"/>
          <p:cNvSpPr/>
          <p:nvPr/>
        </p:nvSpPr>
        <p:spPr>
          <a:xfrm>
            <a:off x="777240" y="5660136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1" name="Image 5" descr="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5769864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17320" y="563270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toggleLayers()  /  setAccuracy()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035040" y="5632704"/>
            <a:ext cx="5513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Model Composition discipline toggles and accuracy slider.</a:t>
            </a:r>
            <a:endParaRPr lang="en-US" sz="113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added: new reusable methods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match the existing style — not a parallel pattern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08792" cy="749808"/>
          </a:xfrm>
          <a:prstGeom prst="roundRect">
            <a:avLst>
              <a:gd name="adj" fmla="val 7317"/>
            </a:avLst>
          </a:prstGeom>
          <a:solidFill>
            <a:srgbClr val="F3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55648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icon_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35" y="1878543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71907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setupWithAccount() — generalized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06440" y="1719072"/>
            <a:ext cx="574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userGroup support, so one login helper now covers every account/project combination, not just the suite default.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40080" y="2542032"/>
            <a:ext cx="109087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651760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icon_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35" y="277465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261518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captureConsoleErrors()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806440" y="2615184"/>
            <a:ext cx="574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console + page-error listeners for tickets that assert "no console errors on load."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40080" y="3438144"/>
            <a:ext cx="10908792" cy="749808"/>
          </a:xfrm>
          <a:prstGeom prst="roundRect">
            <a:avLst>
              <a:gd name="adj" fmla="val 7317"/>
            </a:avLst>
          </a:prstGeom>
          <a:solidFill>
            <a:srgbClr val="F3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547872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icon_plu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35" y="3670767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351129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measureElapsed()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806440" y="3511296"/>
            <a:ext cx="574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helper for performance-flavored tickets — wraps any action and returns elapsed milliseconds.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40080" y="4334256"/>
            <a:ext cx="10908792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443984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icon_pl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35" y="4566879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81328" y="440740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workflow2DHelpers.js — new module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806440" y="4407408"/>
            <a:ext cx="574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new functions covering the Workflow / 2D Animation screen end-to-end: navigate, select workflow, go live / stop live, read the simulated clock, assert the Action Log, assert the canvas is animating.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640080" y="5230368"/>
            <a:ext cx="10908792" cy="749808"/>
          </a:xfrm>
          <a:prstGeom prst="roundRect">
            <a:avLst>
              <a:gd name="adj" fmla="val 7317"/>
            </a:avLst>
          </a:prstGeom>
          <a:solidFill>
            <a:srgbClr val="F3F7FA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340096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4" descr="icon_plu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35" y="5462991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81328" y="53035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new Locator entries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806440" y="5303520"/>
            <a:ext cx="574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nav link, Go Live / Stop Live buttons, Action Log, simulated clock, and the workflow dropdown — added to the same central dictionary, not a separate file.</a:t>
            </a:r>
            <a:endParaRPr lang="en-US" sz="108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 file I authored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5.2TestingScenarios.spec.js — one file per release, one test per ticket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0B3B5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01952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521" y="2046793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convention, not just a test file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212848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 comment lays out the checklist for whoever adds the next ticket: check helpers/*.js for a reusable function → check locators.js before writing a new selector → only add something new if nothing reusable already covers it, following the same style as the existing code.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40080" y="3429000"/>
            <a:ext cx="5271516" cy="2651760"/>
          </a:xfrm>
          <a:prstGeom prst="roundRect">
            <a:avLst>
              <a:gd name="adj" fmla="val 2759"/>
            </a:avLst>
          </a:prstGeom>
          <a:solidFill>
            <a:srgbClr val="F3F7FA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666744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36667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PLG-1471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96112" y="4178808"/>
            <a:ext cx="4759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regression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96112" y="4562856"/>
            <a:ext cx="47594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large federated BIAL T2 model and measures load time.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96112" y="5257800"/>
            <a:ext cx="47594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switchModel()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measureElapsed()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verifyViewerScreenshot()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77356" y="3429000"/>
            <a:ext cx="5271516" cy="2651760"/>
          </a:xfrm>
          <a:prstGeom prst="roundRect">
            <a:avLst>
              <a:gd name="adj" fmla="val 2759"/>
            </a:avLst>
          </a:prstGeom>
          <a:solidFill>
            <a:srgbClr val="EAF1F6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3388" y="3666744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7" name="Text 14"/>
          <p:cNvSpPr/>
          <p:nvPr/>
        </p:nvSpPr>
        <p:spPr>
          <a:xfrm>
            <a:off x="6533388" y="366674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PLG-1417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33388" y="4178808"/>
            <a:ext cx="4759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workflow test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533388" y="4562856"/>
            <a:ext cx="47594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live on a 2D animation workflow and proves it's actually animating.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33388" y="5257800"/>
            <a:ext cx="47594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new workflow2DHelpers.js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9 new Locator entries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setupWithAccount()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 approach a new ticket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 steps, every time — reuse first, extend deliberately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310335" y="1901952"/>
            <a:ext cx="585216" cy="58521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10335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578608"/>
            <a:ext cx="1925726" cy="2633472"/>
          </a:xfrm>
          <a:prstGeom prst="roundRect">
            <a:avLst>
              <a:gd name="adj" fmla="val 3799"/>
            </a:avLst>
          </a:prstGeom>
          <a:solidFill>
            <a:srgbClr val="F3F7FA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743200"/>
            <a:ext cx="1669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ticket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" y="3337560"/>
            <a:ext cx="16696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scenario and which screen/feature it touches.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5806" y="20299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56102" y="1901952"/>
            <a:ext cx="585216" cy="58521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6102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85846" y="2578608"/>
            <a:ext cx="1925726" cy="2633472"/>
          </a:xfrm>
          <a:prstGeom prst="roundRect">
            <a:avLst>
              <a:gd name="adj" fmla="val 3799"/>
            </a:avLst>
          </a:prstGeom>
          <a:solidFill>
            <a:srgbClr val="EAF1F6"/>
          </a:solidFill>
          <a:ln/>
        </p:spPr>
      </p:sp>
      <p:sp>
        <p:nvSpPr>
          <p:cNvPr id="13" name="Text 11"/>
          <p:cNvSpPr/>
          <p:nvPr/>
        </p:nvSpPr>
        <p:spPr>
          <a:xfrm>
            <a:off x="3013862" y="2743200"/>
            <a:ext cx="1669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helpers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13862" y="3337560"/>
            <a:ext cx="16696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appHelpers.js and the feature helper files for something that already does this.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1573" y="20299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01868" y="1901952"/>
            <a:ext cx="585216" cy="58521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1868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131613" y="2578608"/>
            <a:ext cx="1925726" cy="2633472"/>
          </a:xfrm>
          <a:prstGeom prst="roundRect">
            <a:avLst>
              <a:gd name="adj" fmla="val 3799"/>
            </a:avLst>
          </a:prstGeom>
          <a:solidFill>
            <a:srgbClr val="F3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5259629" y="2743200"/>
            <a:ext cx="1669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locators.js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59629" y="3337560"/>
            <a:ext cx="16696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an existing selector before writing a new one.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57339" y="20299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47634" y="1901952"/>
            <a:ext cx="585216" cy="58521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7634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77379" y="2578608"/>
            <a:ext cx="1925726" cy="2633472"/>
          </a:xfrm>
          <a:prstGeom prst="roundRect">
            <a:avLst>
              <a:gd name="adj" fmla="val 3799"/>
            </a:avLst>
          </a:prstGeom>
          <a:solidFill>
            <a:srgbClr val="EAF1F6"/>
          </a:solidFill>
          <a:ln/>
        </p:spPr>
      </p:sp>
      <p:sp>
        <p:nvSpPr>
          <p:cNvPr id="25" name="Text 23"/>
          <p:cNvSpPr/>
          <p:nvPr/>
        </p:nvSpPr>
        <p:spPr>
          <a:xfrm>
            <a:off x="7505395" y="2743200"/>
            <a:ext cx="1669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if it exists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05395" y="3337560"/>
            <a:ext cx="16696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the test from existing helpers + locators — no new code needed.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03106" y="20299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293401" y="1901952"/>
            <a:ext cx="585216" cy="58521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93401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623146" y="2578608"/>
            <a:ext cx="1925726" cy="2633472"/>
          </a:xfrm>
          <a:prstGeom prst="roundRect">
            <a:avLst>
              <a:gd name="adj" fmla="val 3799"/>
            </a:avLst>
          </a:prstGeom>
          <a:solidFill>
            <a:srgbClr val="F3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9751162" y="2743200"/>
            <a:ext cx="1669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if it doesn't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751162" y="3337560"/>
            <a:ext cx="166969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new helper or locator, in the same file, following the same style.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 the suite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scripts — nothing is hardcoded, everything is environment-driven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3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739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8366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4650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endtoend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60720" y="1746504"/>
            <a:ext cx="5788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suite, chromium only, 3 parallel workers, default (local) environment.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46888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5511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_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66090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2374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endtoend:qa3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760720" y="2523744"/>
            <a:ext cx="5788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Release-scenario file only, targeted at qa3 — IAFVIEWER_ENVIRONMENT=qa3, 1 worker.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24612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3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_p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43814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30098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endtoend:eu-staging  /  :oci-staging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760720" y="3300984"/>
            <a:ext cx="5788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release-scenario file, against the EU or OCI staging environment.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1056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_pl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21538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07822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codegen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760720" y="4078224"/>
            <a:ext cx="5788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Playwright's codegen recorder against the local app to help find new selectors.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4800600"/>
            <a:ext cx="10908792" cy="621792"/>
          </a:xfrm>
          <a:prstGeom prst="roundRect">
            <a:avLst>
              <a:gd name="adj" fmla="val 8824"/>
            </a:avLst>
          </a:prstGeom>
          <a:solidFill>
            <a:srgbClr val="F3F7FA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48828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icon_pl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99262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85546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endtoend:report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760720" y="4855464"/>
            <a:ext cx="5788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last HTML report — traces, screenshots, and step-by-step timelines.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40080" y="568756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environment + credentials come from IAFVIEWER_ENVIRONMENT and .env — never hardcoded in a spec.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CI integration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a run after it finishes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3F7FA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12064" cy="512064"/>
          </a:xfrm>
          <a:prstGeom prst="ellipse">
            <a:avLst/>
          </a:prstGeom>
          <a:solidFill>
            <a:srgbClr val="0F4C6B"/>
          </a:solidFill>
          <a:ln/>
        </p:spPr>
      </p:sp>
      <p:pic>
        <p:nvPicPr>
          <p:cNvPr id="6" name="Image 0" descr="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207056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191109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47228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debugging — traces, screenshots, and a step-by-step timeline for every failure.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6277356" y="169164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F3F7FA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3388" y="1947672"/>
            <a:ext cx="512064" cy="512064"/>
          </a:xfrm>
          <a:prstGeom prst="ellipse">
            <a:avLst/>
          </a:prstGeom>
          <a:solidFill>
            <a:srgbClr val="0F4C6B"/>
          </a:solidFill>
          <a:ln/>
        </p:spPr>
      </p:sp>
      <p:pic>
        <p:nvPicPr>
          <p:cNvPr id="11" name="Image 1" descr="icon_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283" y="2070567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10044" y="191109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XML output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51676" y="2560320"/>
            <a:ext cx="47228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Xray/Jira QA metrics pipeline — the same convention used across both suites.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142232"/>
            <a:ext cx="512064" cy="512064"/>
          </a:xfrm>
          <a:prstGeom prst="ellipse">
            <a:avLst/>
          </a:prstGeom>
          <a:solidFill>
            <a:srgbClr val="0F4C6B"/>
          </a:solidFill>
          <a:ln/>
        </p:spPr>
      </p:sp>
      <p:pic>
        <p:nvPicPr>
          <p:cNvPr id="16" name="Image 2" descr="icon_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07" y="4265127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72768" y="410565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on first retry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14400" y="4754880"/>
            <a:ext cx="47228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playwright.config.js so a flaky failure is never a black box.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6277356" y="3886200"/>
            <a:ext cx="5271516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/>
          <a:effectLst>
            <a:outerShdw sx="100000" sy="100000" kx="0" ky="0" algn="bl" rotWithShape="0" blurRad="63500" dist="25400" dir="5400000">
              <a:srgbClr val="1F24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3388" y="4142232"/>
            <a:ext cx="512064" cy="512064"/>
          </a:xfrm>
          <a:prstGeom prst="ellipse">
            <a:avLst/>
          </a:prstGeom>
          <a:solidFill>
            <a:srgbClr val="0F4C6B"/>
          </a:solidFill>
          <a:ln/>
        </p:spPr>
      </p:sp>
      <p:pic>
        <p:nvPicPr>
          <p:cNvPr id="21" name="Image 3" descr="icon_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283" y="4265127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10044" y="4105656"/>
            <a:ext cx="408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convention, two suites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51676" y="4754880"/>
            <a:ext cx="47228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App and iaf-viewer both report through this pipeline, so results roll up consistently.</a:t>
            </a:r>
            <a:endParaRPr lang="en-US" sz="113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iaf-viewer Automation Framework — Reverse KT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5120640" cy="5120640"/>
          </a:xfrm>
          <a:prstGeom prst="ellipse">
            <a:avLst/>
          </a:prstGeom>
          <a:solidFill>
            <a:srgbClr val="0F4C6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4008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icon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8375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91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2743200"/>
            <a:ext cx="10241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the architecture end-to-end — config, fixture, helpers, locators, specs.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what already existed: setup(), waitForApplicationLoad(), verifyViewerScreenshot(), switchModel(), and more, unchanged.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it deliberately: generalized setupWithAccount(), added measureElapsed() and captureConsoleErrors(), and built workflow2DHelpers.js for the Workflow/2D Animation screen.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the convention in 5.2TestingScenarios.spec.js so the next ticket follows the same path.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Ramu   ·   karthik.r@invicara.com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2026-08-05T12:36:29Z</dcterms:created>
  <dcterms:modified xsi:type="dcterms:W3CDTF">2026-08-05T12:36:29Z</dcterms:modified>
</cp:coreProperties>
</file>